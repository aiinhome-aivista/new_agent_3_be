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D9531E"/>
                </a:solidFill>
              </a:defRPr>
            </a:pPr>
            <a:r>
              <a:t>Weekly KT Status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Key Highlights &amp; Milestones:</a:t>
            </a:r>
          </a:p>
          <a:p>
            <a:pPr>
              <a:defRPr sz="1400"/>
            </a:pPr>
            <a:r>
              <a:t>• Knowledge Transfer sessions completed with 100% attendance.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