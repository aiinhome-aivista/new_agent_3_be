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Weekly KT Status Report - Plan 1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Solution &amp; Delivery Advisory | Knowledge Transfer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531E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Topic 1 completed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Topic 2 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531E"/>
                </a:solidFill>
              </a:defRPr>
            </a:pPr>
            <a: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Risk 1 moderate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